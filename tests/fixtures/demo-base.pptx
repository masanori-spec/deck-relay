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9aaf02d7a549e1" /><Relationship Type="http://schemas.openxmlformats.org/officeDocument/2006/relationships/extended-properties" Target="/docProps/app.xml" Id="Rc3b9ae31c3914eab" /><Relationship Type="http://schemas.openxmlformats.org/officeDocument/2006/relationships/officeDocument" Target="/ppt/presentation.xml" Id="R39c3eeec3e2f45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883891e4d042fd"/>
  </p:sldMasterIdLst>
  <p:notesMasterIdLst>
    <p:notesMasterId xmlns:r="http://schemas.openxmlformats.org/officeDocument/2006/relationships" r:id="Re1afd47b99834854"/>
  </p:notesMasterIdLst>
  <p:sldIdLst>
    <p:sldId xmlns:r="http://schemas.openxmlformats.org/officeDocument/2006/relationships" id="256" r:id="Rea9c78c994174853"/>
    <p:sldId xmlns:r="http://schemas.openxmlformats.org/officeDocument/2006/relationships" id="257" r:id="R8933419961a24a2c"/>
    <p:sldId xmlns:r="http://schemas.openxmlformats.org/officeDocument/2006/relationships" id="258" r:id="R074e397d8e2f474f"/>
    <p:sldId xmlns:r="http://schemas.openxmlformats.org/officeDocument/2006/relationships" id="259" r:id="Ree2a664a24074d44"/>
    <p:sldId xmlns:r="http://schemas.openxmlformats.org/officeDocument/2006/relationships" id="260" r:id="R434c299a6f3e46ca"/>
    <p:sldId xmlns:r="http://schemas.openxmlformats.org/officeDocument/2006/relationships" id="261" r:id="R0ecc38cd21c94d7c"/>
    <p:sldId xmlns:r="http://schemas.openxmlformats.org/officeDocument/2006/relationships" id="262" r:id="R53fc02f386ac40e2"/>
    <p:sldId xmlns:r="http://schemas.openxmlformats.org/officeDocument/2006/relationships" id="263" r:id="R1df1467dddd941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63d78d58fd477f" /><Relationship Type="http://schemas.openxmlformats.org/officeDocument/2006/relationships/slideMaster" Target="/ppt/slideMasters/slideMaster1.xml" Id="Rcd883891e4d042fd" /><Relationship Type="http://schemas.openxmlformats.org/officeDocument/2006/relationships/notesMaster" Target="/ppt/notesMasters/notesMaster1.xml" Id="Re1afd47b99834854" /><Relationship Type="http://schemas.openxmlformats.org/officeDocument/2006/relationships/presProps" Target="/ppt/presProps.xml" Id="Ra47fc9a745df4249" /><Relationship Type="http://schemas.openxmlformats.org/officeDocument/2006/relationships/tableStyles" Target="/ppt/tableStyles.xml" Id="Rd12321bee5d64c21" /><Relationship Type="http://schemas.openxmlformats.org/officeDocument/2006/relationships/slide" Target="/ppt/slides/slide1.xml" Id="Rea9c78c994174853" /><Relationship Type="http://schemas.openxmlformats.org/officeDocument/2006/relationships/slide" Target="/ppt/slides/slide2.xml" Id="R8933419961a24a2c" /><Relationship Type="http://schemas.openxmlformats.org/officeDocument/2006/relationships/slide" Target="/ppt/slides/slide3.xml" Id="R074e397d8e2f474f" /><Relationship Type="http://schemas.openxmlformats.org/officeDocument/2006/relationships/slide" Target="/ppt/slides/slide4.xml" Id="Ree2a664a24074d44" /><Relationship Type="http://schemas.openxmlformats.org/officeDocument/2006/relationships/slide" Target="/ppt/slides/slide5.xml" Id="R434c299a6f3e46ca" /><Relationship Type="http://schemas.openxmlformats.org/officeDocument/2006/relationships/slide" Target="/ppt/slides/slide6.xml" Id="R0ecc38cd21c94d7c" /><Relationship Type="http://schemas.openxmlformats.org/officeDocument/2006/relationships/slide" Target="/ppt/slides/slide7.xml" Id="R53fc02f386ac40e2" /><Relationship Type="http://schemas.openxmlformats.org/officeDocument/2006/relationships/slide" Target="/ppt/slides/slide8.xml" Id="R1df1467dddd941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ddbaa3856743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59b2e0731b4c35" /><Relationship Type="http://schemas.openxmlformats.org/officeDocument/2006/relationships/notesMaster" Target="/ppt/notesMasters/notesMaster1.xml" Id="Rcc670478b41049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4da9eeb1384755" /><Relationship Type="http://schemas.openxmlformats.org/officeDocument/2006/relationships/notesMaster" Target="/ppt/notesMasters/notesMaster1.xml" Id="R93616b924b7d46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e0758fd313407b" /><Relationship Type="http://schemas.openxmlformats.org/officeDocument/2006/relationships/notesMaster" Target="/ppt/notesMasters/notesMaster1.xml" Id="R8a53daaefc9240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e8c9bddbca4254" /><Relationship Type="http://schemas.openxmlformats.org/officeDocument/2006/relationships/notesMaster" Target="/ppt/notesMasters/notesMaster1.xml" Id="Rd005cce1514843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498d4037ea41ab" /><Relationship Type="http://schemas.openxmlformats.org/officeDocument/2006/relationships/notesMaster" Target="/ppt/notesMasters/notesMaster1.xml" Id="R0a6ac85e640748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d871e6ae3e4dbe" /><Relationship Type="http://schemas.openxmlformats.org/officeDocument/2006/relationships/notesMaster" Target="/ppt/notesMasters/notesMaster1.xml" Id="R7110b4e4a2e14e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35a4dd3eac4cf1" /><Relationship Type="http://schemas.openxmlformats.org/officeDocument/2006/relationships/notesMaster" Target="/ppt/notesMasters/notesMaster1.xml" Id="R5d367713f65044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36177b0ad3434b" /><Relationship Type="http://schemas.openxmlformats.org/officeDocument/2006/relationships/notesMaster" Target="/ppt/notesMasters/notesMaster1.xml" Id="Rd7597c0cc34346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synthetic test fixture for DeckRelay. No external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synthetic test fixture for DeckRelay. No external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synthetic test fixture for DeckRelay. No external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synthetic test fixture for DeckRelay. No external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synthetic test fixture for DeckRelay. No external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synthetic test fixture for DeckRelay. No external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synthetic test fixture for DeckRelay. No external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synthetic test fixture for DeckRelay. No external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bb09ecc13944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0e65419e6b4948" /><Relationship Type="http://schemas.openxmlformats.org/officeDocument/2006/relationships/slideLayout" Target="/ppt/slideLayouts/slideLayout1.xml" Id="Rb7f713c7415e4d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f713c7415e4d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e4ffde5204752" /><Relationship Type="http://schemas.openxmlformats.org/officeDocument/2006/relationships/notesSlide" Target="/ppt/notesSlides/notesSlide1.xml" Id="R1848eb6c9d0949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6f3723e394603" /><Relationship Type="http://schemas.openxmlformats.org/officeDocument/2006/relationships/notesSlide" Target="/ppt/notesSlides/notesSlide2.xml" Id="R34596d74ba1942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51b48253f493b" /><Relationship Type="http://schemas.openxmlformats.org/officeDocument/2006/relationships/notesSlide" Target="/ppt/notesSlides/notesSlide3.xml" Id="R1503da36602648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5a807a6f446eb" /><Relationship Type="http://schemas.openxmlformats.org/officeDocument/2006/relationships/notesSlide" Target="/ppt/notesSlides/notesSlide4.xml" Id="R25f08042c00342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613669ba14bf5" /><Relationship Type="http://schemas.openxmlformats.org/officeDocument/2006/relationships/notesSlide" Target="/ppt/notesSlides/notesSlide5.xml" Id="R1b8b94bb4ef444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41eccf4c24af9" /><Relationship Type="http://schemas.openxmlformats.org/officeDocument/2006/relationships/notesSlide" Target="/ppt/notesSlides/notesSlide6.xml" Id="Rd7921ef892d943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1088d1daf4844" /><Relationship Type="http://schemas.openxmlformats.org/officeDocument/2006/relationships/notesSlide" Target="/ppt/notesSlides/notesSlide7.xml" Id="Rd339a2dc82964b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cd1b58aa9493a" /><Relationship Type="http://schemas.openxmlformats.org/officeDocument/2006/relationships/notesSlide" Target="/ppt/notesSlides/notesSlide8.xml" Id="Ra6cf4f45c06044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EF3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752A77-31BA-4FBD-B2DD-2F63F8A2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>
                <a:solidFill>
                  <a:srgbClr val="1C3451"/>
                </a:solidFill>
                <a:latin typeface="Aptos"/>
                <a:ea typeface="Aptos"/>
                <a:cs typeface="Aptos"/>
              </a:defRPr>
            </a:pPr>
            <a:r>
              <a:rPr sz="4350">
                <a:solidFill>
                  <a:srgbClr val="1C3451"/>
                </a:solidFill>
                <a:latin typeface="Aptos"/>
                <a:ea typeface="Aptos"/>
                <a:cs typeface="Aptos"/>
              </a:rPr>
              <a:t>Workshop menu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02394-A663-42D5-9FCA-7AC3A35A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6718E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56718E"/>
                </a:solidFill>
                <a:latin typeface="Aptos"/>
                <a:ea typeface="Aptos"/>
                <a:cs typeface="Aptos"/>
              </a:rPr>
              <a:t>Two modules, one workshop</a:t>
            </a:r>
          </a:p>
        </p:txBody>
      </p:sp>
      <p:sp>
        <p:nvSpPr>
          <p:cNvPr id="3" name="Menu overview">
            <a:extLst xmlns:a="http://schemas.openxmlformats.org/drawingml/2006/main">
              <a:ext uri="{FF2B5EF4-FFF2-40B4-BE49-F238E27FC236}">
                <a16:creationId xmlns:a16="http://schemas.microsoft.com/office/drawing/2014/main" id="{AA5223EE-2FE2-48FB-82AF-3121F56F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Open overview</a:t>
            </a:r>
          </a:p>
        </p:txBody>
      </p:sp>
      <p:sp>
        <p:nvSpPr>
          <p:cNvPr id="4" name="Menu practice">
            <a:extLst xmlns:a="http://schemas.openxmlformats.org/drawingml/2006/main">
              <a:ext uri="{FF2B5EF4-FFF2-40B4-BE49-F238E27FC236}">
                <a16:creationId xmlns:a16="http://schemas.microsoft.com/office/drawing/2014/main" id="{6348B63F-4113-4947-B051-35284997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3857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Open 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01214F-A82B-4893-9922-46C32259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2932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5778D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65778D"/>
                </a:solidFill>
                <a:latin typeface="Aptos"/>
                <a:ea typeface="Aptos"/>
                <a:cs typeface="Aptos"/>
              </a:rPr>
              <a:t>Synthetic demonstration · 1 / 8</a:t>
            </a:r>
          </a:p>
        </p:txBody>
      </p:sp>
    </p:spTree>
    <p:extLst>
      <p:ext uri="{BB962C8B-B14F-4D97-AF65-F5344CB8AC3E}">
        <p14:creationId xmlns:p14="http://schemas.microsoft.com/office/powerpoint/2010/main" val="1597768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65875-7786-4B81-A499-BA22170E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>
                <a:solidFill>
                  <a:srgbClr val="1C3451"/>
                </a:solidFill>
                <a:latin typeface="Aptos"/>
                <a:ea typeface="Aptos"/>
                <a:cs typeface="Aptos"/>
              </a:defRPr>
            </a:pPr>
            <a:r>
              <a:rPr sz="4350">
                <a:solidFill>
                  <a:srgbClr val="1C3451"/>
                </a:solidFill>
                <a:latin typeface="Aptos"/>
                <a:ea typeface="Aptos"/>
                <a:cs typeface="Aptos"/>
              </a:rPr>
              <a:t>Module A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2AC8C-ED7D-4698-A959-438625DE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6718E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56718E"/>
                </a:solidFill>
                <a:latin typeface="Aptos"/>
                <a:ea typeface="Aptos"/>
                <a:cs typeface="Aptos"/>
              </a:rPr>
              <a:t>Workshop activity 2</a:t>
            </a:r>
          </a:p>
        </p:txBody>
      </p:sp>
      <p:sp>
        <p:nvSpPr>
          <p:cNvPr id="3" name="Return">
            <a:extLst xmlns:a="http://schemas.openxmlformats.org/drawingml/2006/main">
              <a:ext uri="{FF2B5EF4-FFF2-40B4-BE49-F238E27FC236}">
                <a16:creationId xmlns:a16="http://schemas.microsoft.com/office/drawing/2014/main" id="{651511CF-FE81-4D44-90EE-F102BB91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</a:t>
            </a:r>
          </a:p>
        </p:txBody>
      </p:sp>
      <p:sp>
        <p:nvSpPr>
          <p:cNvPr id="4" name="Home">
            <a:extLst xmlns:a="http://schemas.openxmlformats.org/drawingml/2006/main">
              <a:ext uri="{FF2B5EF4-FFF2-40B4-BE49-F238E27FC236}">
                <a16:creationId xmlns:a16="http://schemas.microsoft.com/office/drawing/2014/main" id="{9F6B1112-2D19-4B11-933B-B86C6F6C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5" name="Run carrier">
            <a:extLst xmlns:a="http://schemas.openxmlformats.org/drawingml/2006/main">
              <a:ext uri="{FF2B5EF4-FFF2-40B4-BE49-F238E27FC236}">
                <a16:creationId xmlns:a16="http://schemas.microsoft.com/office/drawing/2014/main" id="{7AE39864-0413-4A22-B270-E3C20FDC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43375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 in text</a:t>
            </a:r>
          </a:p>
        </p:txBody>
      </p:sp>
      <p:sp>
        <p:nvSpPr>
          <p:cNvPr id="6" name="Next">
            <a:extLst xmlns:a="http://schemas.openxmlformats.org/drawingml/2006/main">
              <a:ext uri="{FF2B5EF4-FFF2-40B4-BE49-F238E27FC236}">
                <a16:creationId xmlns:a16="http://schemas.microsoft.com/office/drawing/2014/main" id="{A1AE2A0E-6374-4BF2-84C4-58F2D73D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4337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85AA0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6AB702-74BA-47FF-93F2-7F4D38B7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2932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5778D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65778D"/>
                </a:solidFill>
                <a:latin typeface="Aptos"/>
                <a:ea typeface="Aptos"/>
                <a:cs typeface="Aptos"/>
              </a:rPr>
              <a:t>Synthetic demonstration · 2 / 8</a:t>
            </a:r>
          </a:p>
        </p:txBody>
      </p:sp>
    </p:spTree>
    <p:extLst>
      <p:ext uri="{BB962C8B-B14F-4D97-AF65-F5344CB8AC3E}">
        <p14:creationId xmlns:p14="http://schemas.microsoft.com/office/powerpoint/2010/main" val="17627400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B79D0-04CC-43ED-A659-90C80385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>
                <a:solidFill>
                  <a:srgbClr val="1C3451"/>
                </a:solidFill>
                <a:latin typeface="Aptos"/>
                <a:ea typeface="Aptos"/>
                <a:cs typeface="Aptos"/>
              </a:defRPr>
            </a:pPr>
            <a:r>
              <a:rPr sz="4350">
                <a:solidFill>
                  <a:srgbClr val="1C3451"/>
                </a:solidFill>
                <a:latin typeface="Aptos"/>
                <a:ea typeface="Aptos"/>
                <a:cs typeface="Aptos"/>
              </a:rPr>
              <a:t>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EDDA75-0BD3-45B6-99DB-5992E033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6718E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56718E"/>
                </a:solidFill>
                <a:latin typeface="Aptos"/>
                <a:ea typeface="Aptos"/>
                <a:cs typeface="Aptos"/>
              </a:rPr>
              <a:t>Workshop activity 3</a:t>
            </a:r>
          </a:p>
        </p:txBody>
      </p:sp>
      <p:sp>
        <p:nvSpPr>
          <p:cNvPr id="3" name="Return">
            <a:extLst xmlns:a="http://schemas.openxmlformats.org/drawingml/2006/main">
              <a:ext uri="{FF2B5EF4-FFF2-40B4-BE49-F238E27FC236}">
                <a16:creationId xmlns:a16="http://schemas.microsoft.com/office/drawing/2014/main" id="{C1246033-1C42-4191-B78B-7259C94B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</a:t>
            </a:r>
          </a:p>
        </p:txBody>
      </p:sp>
      <p:sp>
        <p:nvSpPr>
          <p:cNvPr id="4" name="Home">
            <a:extLst xmlns:a="http://schemas.openxmlformats.org/drawingml/2006/main">
              <a:ext uri="{FF2B5EF4-FFF2-40B4-BE49-F238E27FC236}">
                <a16:creationId xmlns:a16="http://schemas.microsoft.com/office/drawing/2014/main" id="{DF1E8D5E-7BC5-4613-B1BF-25A30486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5" name="Run carrier">
            <a:extLst xmlns:a="http://schemas.openxmlformats.org/drawingml/2006/main">
              <a:ext uri="{FF2B5EF4-FFF2-40B4-BE49-F238E27FC236}">
                <a16:creationId xmlns:a16="http://schemas.microsoft.com/office/drawing/2014/main" id="{458F03F8-4AEB-4AA5-87BA-3C1D59B9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43375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 in text</a:t>
            </a:r>
          </a:p>
        </p:txBody>
      </p:sp>
      <p:sp>
        <p:nvSpPr>
          <p:cNvPr id="6" name="Next">
            <a:extLst xmlns:a="http://schemas.openxmlformats.org/drawingml/2006/main">
              <a:ext uri="{FF2B5EF4-FFF2-40B4-BE49-F238E27FC236}">
                <a16:creationId xmlns:a16="http://schemas.microsoft.com/office/drawing/2014/main" id="{75E7AB27-22B8-4CEE-856E-DA7B6CAE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4337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85AA0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661E1-05EF-47B9-9EF1-163C38FB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2932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5778D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65778D"/>
                </a:solidFill>
                <a:latin typeface="Aptos"/>
                <a:ea typeface="Aptos"/>
                <a:cs typeface="Aptos"/>
              </a:rPr>
              <a:t>Synthetic demonstration · 3 / 8</a:t>
            </a:r>
          </a:p>
        </p:txBody>
      </p:sp>
    </p:spTree>
    <p:extLst>
      <p:ext uri="{BB962C8B-B14F-4D97-AF65-F5344CB8AC3E}">
        <p14:creationId xmlns:p14="http://schemas.microsoft.com/office/powerpoint/2010/main" val="1732553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ACC5F-8558-4E5E-BEEF-EF8022F4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>
                <a:solidFill>
                  <a:srgbClr val="1C3451"/>
                </a:solidFill>
                <a:latin typeface="Aptos"/>
                <a:ea typeface="Aptos"/>
                <a:cs typeface="Aptos"/>
              </a:defRPr>
            </a:pPr>
            <a:r>
              <a:rPr sz="4350">
                <a:solidFill>
                  <a:srgbClr val="1C3451"/>
                </a:solidFill>
                <a:latin typeface="Aptos"/>
                <a:ea typeface="Aptos"/>
                <a:cs typeface="Aptos"/>
              </a:rPr>
              <a:t>Module A reflection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F99A9-47D2-4170-9A10-F0B75FBE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6718E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56718E"/>
                </a:solidFill>
                <a:latin typeface="Aptos"/>
                <a:ea typeface="Aptos"/>
                <a:cs typeface="Aptos"/>
              </a:rPr>
              <a:t>Workshop activity 4</a:t>
            </a:r>
          </a:p>
        </p:txBody>
      </p:sp>
      <p:sp>
        <p:nvSpPr>
          <p:cNvPr id="3" name="Return">
            <a:extLst xmlns:a="http://schemas.openxmlformats.org/drawingml/2006/main">
              <a:ext uri="{FF2B5EF4-FFF2-40B4-BE49-F238E27FC236}">
                <a16:creationId xmlns:a16="http://schemas.microsoft.com/office/drawing/2014/main" id="{C05F3969-C6C0-4719-A2C3-25C0E07B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</a:t>
            </a:r>
          </a:p>
        </p:txBody>
      </p:sp>
      <p:sp>
        <p:nvSpPr>
          <p:cNvPr id="4" name="Home">
            <a:extLst xmlns:a="http://schemas.openxmlformats.org/drawingml/2006/main">
              <a:ext uri="{FF2B5EF4-FFF2-40B4-BE49-F238E27FC236}">
                <a16:creationId xmlns:a16="http://schemas.microsoft.com/office/drawing/2014/main" id="{20680159-49FC-4248-81BF-F0447EE1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5" name="Run carrier">
            <a:extLst xmlns:a="http://schemas.openxmlformats.org/drawingml/2006/main">
              <a:ext uri="{FF2B5EF4-FFF2-40B4-BE49-F238E27FC236}">
                <a16:creationId xmlns:a16="http://schemas.microsoft.com/office/drawing/2014/main" id="{24533226-5534-4FA4-809D-260EB84D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43375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 in text</a:t>
            </a:r>
          </a:p>
        </p:txBody>
      </p:sp>
      <p:sp>
        <p:nvSpPr>
          <p:cNvPr id="6" name="Next">
            <a:extLst xmlns:a="http://schemas.openxmlformats.org/drawingml/2006/main">
              <a:ext uri="{FF2B5EF4-FFF2-40B4-BE49-F238E27FC236}">
                <a16:creationId xmlns:a16="http://schemas.microsoft.com/office/drawing/2014/main" id="{D7377B1B-A982-4876-908C-EDAAD7E8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4337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85AA0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7791E-64DD-46B4-B28A-1DDFE04A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2932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5778D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65778D"/>
                </a:solidFill>
                <a:latin typeface="Aptos"/>
                <a:ea typeface="Aptos"/>
                <a:cs typeface="Aptos"/>
              </a:rPr>
              <a:t>Synthetic demonstration · 4 / 8</a:t>
            </a:r>
          </a:p>
        </p:txBody>
      </p:sp>
    </p:spTree>
    <p:extLst>
      <p:ext uri="{BB962C8B-B14F-4D97-AF65-F5344CB8AC3E}">
        <p14:creationId xmlns:p14="http://schemas.microsoft.com/office/powerpoint/2010/main" val="13113142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3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0A6EE7-4AF0-4F78-BD73-BFF33B3C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>
                <a:solidFill>
                  <a:srgbClr val="1C3451"/>
                </a:solidFill>
                <a:latin typeface="Aptos"/>
                <a:ea typeface="Aptos"/>
                <a:cs typeface="Aptos"/>
              </a:defRPr>
            </a:pPr>
            <a:r>
              <a:rPr sz="4350">
                <a:solidFill>
                  <a:srgbClr val="1C3451"/>
                </a:solidFill>
                <a:latin typeface="Aptos"/>
                <a:ea typeface="Aptos"/>
                <a:cs typeface="Aptos"/>
              </a:rPr>
              <a:t>Module B menu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105FF-6EEF-4751-AD6D-EF322FBF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6718E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56718E"/>
                </a:solidFill>
                <a:latin typeface="Aptos"/>
                <a:ea typeface="Aptos"/>
                <a:cs typeface="Aptos"/>
              </a:rPr>
              <a:t>A separate menu for the second module</a:t>
            </a:r>
          </a:p>
        </p:txBody>
      </p:sp>
      <p:sp>
        <p:nvSpPr>
          <p:cNvPr id="3" name="Menu overview">
            <a:extLst xmlns:a="http://schemas.openxmlformats.org/drawingml/2006/main">
              <a:ext uri="{FF2B5EF4-FFF2-40B4-BE49-F238E27FC236}">
                <a16:creationId xmlns:a16="http://schemas.microsoft.com/office/drawing/2014/main" id="{E08B1EEC-5BBB-406F-8335-6534C87A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Open overview</a:t>
            </a:r>
          </a:p>
        </p:txBody>
      </p:sp>
      <p:sp>
        <p:nvSpPr>
          <p:cNvPr id="4" name="Menu practice">
            <a:extLst xmlns:a="http://schemas.openxmlformats.org/drawingml/2006/main">
              <a:ext uri="{FF2B5EF4-FFF2-40B4-BE49-F238E27FC236}">
                <a16:creationId xmlns:a16="http://schemas.microsoft.com/office/drawing/2014/main" id="{3069D3B3-3E8D-40B8-94CE-A5C8719D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3857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Open 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36CA1-8B01-4868-85AF-F722A9CB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2932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5778D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65778D"/>
                </a:solidFill>
                <a:latin typeface="Aptos"/>
                <a:ea typeface="Aptos"/>
                <a:cs typeface="Aptos"/>
              </a:rPr>
              <a:t>Synthetic demonstration · 5 / 8</a:t>
            </a:r>
          </a:p>
        </p:txBody>
      </p:sp>
    </p:spTree>
    <p:extLst>
      <p:ext uri="{BB962C8B-B14F-4D97-AF65-F5344CB8AC3E}">
        <p14:creationId xmlns:p14="http://schemas.microsoft.com/office/powerpoint/2010/main" val="18817442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978F3-1A3D-4814-95F5-A70F8F60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>
                <a:solidFill>
                  <a:srgbClr val="1C3451"/>
                </a:solidFill>
                <a:latin typeface="Aptos"/>
                <a:ea typeface="Aptos"/>
                <a:cs typeface="Aptos"/>
              </a:defRPr>
            </a:pPr>
            <a:r>
              <a:rPr sz="4350">
                <a:solidFill>
                  <a:srgbClr val="1C3451"/>
                </a:solidFill>
                <a:latin typeface="Aptos"/>
                <a:ea typeface="Aptos"/>
                <a:cs typeface="Aptos"/>
              </a:rPr>
              <a:t>Module B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42B07-5ADE-45B6-893F-2DC0D60B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6718E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56718E"/>
                </a:solidFill>
                <a:latin typeface="Aptos"/>
                <a:ea typeface="Aptos"/>
                <a:cs typeface="Aptos"/>
              </a:rPr>
              <a:t>Workshop activity 6</a:t>
            </a:r>
          </a:p>
        </p:txBody>
      </p:sp>
      <p:sp>
        <p:nvSpPr>
          <p:cNvPr id="3" name="Return">
            <a:extLst xmlns:a="http://schemas.openxmlformats.org/drawingml/2006/main">
              <a:ext uri="{FF2B5EF4-FFF2-40B4-BE49-F238E27FC236}">
                <a16:creationId xmlns:a16="http://schemas.microsoft.com/office/drawing/2014/main" id="{0464B7F4-57F7-4D32-BF00-5C9E1D0D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</a:t>
            </a:r>
          </a:p>
        </p:txBody>
      </p:sp>
      <p:sp>
        <p:nvSpPr>
          <p:cNvPr id="4" name="Home">
            <a:extLst xmlns:a="http://schemas.openxmlformats.org/drawingml/2006/main">
              <a:ext uri="{FF2B5EF4-FFF2-40B4-BE49-F238E27FC236}">
                <a16:creationId xmlns:a16="http://schemas.microsoft.com/office/drawing/2014/main" id="{FEB8DBC6-1A1E-46B1-9FEA-BC10CA9F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5" name="Run carrier">
            <a:extLst xmlns:a="http://schemas.openxmlformats.org/drawingml/2006/main">
              <a:ext uri="{FF2B5EF4-FFF2-40B4-BE49-F238E27FC236}">
                <a16:creationId xmlns:a16="http://schemas.microsoft.com/office/drawing/2014/main" id="{2C4361E9-9EAF-4B15-A0EC-1289BED8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43375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 in text</a:t>
            </a:r>
          </a:p>
        </p:txBody>
      </p:sp>
      <p:sp>
        <p:nvSpPr>
          <p:cNvPr id="6" name="Next">
            <a:extLst xmlns:a="http://schemas.openxmlformats.org/drawingml/2006/main">
              <a:ext uri="{FF2B5EF4-FFF2-40B4-BE49-F238E27FC236}">
                <a16:creationId xmlns:a16="http://schemas.microsoft.com/office/drawing/2014/main" id="{15807D9E-0C08-4C3B-8CA8-6538D46E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4337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85AA0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BCA59-8514-486C-A2F5-7F2C3618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2932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5778D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65778D"/>
                </a:solidFill>
                <a:latin typeface="Aptos"/>
                <a:ea typeface="Aptos"/>
                <a:cs typeface="Aptos"/>
              </a:rPr>
              <a:t>Synthetic demonstration · 6 / 8</a:t>
            </a:r>
          </a:p>
        </p:txBody>
      </p:sp>
    </p:spTree>
    <p:extLst>
      <p:ext uri="{BB962C8B-B14F-4D97-AF65-F5344CB8AC3E}">
        <p14:creationId xmlns:p14="http://schemas.microsoft.com/office/powerpoint/2010/main" val="2825311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FAC017-065D-49E6-9873-F10570AF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>
                <a:solidFill>
                  <a:srgbClr val="1C3451"/>
                </a:solidFill>
                <a:latin typeface="Aptos"/>
                <a:ea typeface="Aptos"/>
                <a:cs typeface="Aptos"/>
              </a:defRPr>
            </a:pPr>
            <a:r>
              <a:rPr sz="4350">
                <a:solidFill>
                  <a:srgbClr val="1C3451"/>
                </a:solidFill>
                <a:latin typeface="Aptos"/>
                <a:ea typeface="Aptos"/>
                <a:cs typeface="Aptos"/>
              </a:rPr>
              <a:t>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7F9C7-235F-45B7-B300-0F0DAA2A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6718E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56718E"/>
                </a:solidFill>
                <a:latin typeface="Aptos"/>
                <a:ea typeface="Aptos"/>
                <a:cs typeface="Aptos"/>
              </a:rPr>
              <a:t>Workshop activity 7</a:t>
            </a:r>
          </a:p>
        </p:txBody>
      </p:sp>
      <p:sp>
        <p:nvSpPr>
          <p:cNvPr id="3" name="Return">
            <a:extLst xmlns:a="http://schemas.openxmlformats.org/drawingml/2006/main">
              <a:ext uri="{FF2B5EF4-FFF2-40B4-BE49-F238E27FC236}">
                <a16:creationId xmlns:a16="http://schemas.microsoft.com/office/drawing/2014/main" id="{4FDEC5E3-67EB-469D-9BC8-F495119E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</a:t>
            </a:r>
          </a:p>
        </p:txBody>
      </p:sp>
      <p:sp>
        <p:nvSpPr>
          <p:cNvPr id="4" name="Home">
            <a:extLst xmlns:a="http://schemas.openxmlformats.org/drawingml/2006/main">
              <a:ext uri="{FF2B5EF4-FFF2-40B4-BE49-F238E27FC236}">
                <a16:creationId xmlns:a16="http://schemas.microsoft.com/office/drawing/2014/main" id="{CAE5D752-7396-4F0C-9361-4B38CCB4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5" name="Run carrier">
            <a:extLst xmlns:a="http://schemas.openxmlformats.org/drawingml/2006/main">
              <a:ext uri="{FF2B5EF4-FFF2-40B4-BE49-F238E27FC236}">
                <a16:creationId xmlns:a16="http://schemas.microsoft.com/office/drawing/2014/main" id="{56F1711D-DAB6-4B03-99F3-B4B89A19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43375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 in text</a:t>
            </a:r>
          </a:p>
        </p:txBody>
      </p:sp>
      <p:sp>
        <p:nvSpPr>
          <p:cNvPr id="6" name="Next">
            <a:extLst xmlns:a="http://schemas.openxmlformats.org/drawingml/2006/main">
              <a:ext uri="{FF2B5EF4-FFF2-40B4-BE49-F238E27FC236}">
                <a16:creationId xmlns:a16="http://schemas.microsoft.com/office/drawing/2014/main" id="{62B397BC-49C7-4D35-A336-8E3F349D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4337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85AA0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DD4A7-9796-49CB-81A5-46BD4CAF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2932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5778D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65778D"/>
                </a:solidFill>
                <a:latin typeface="Aptos"/>
                <a:ea typeface="Aptos"/>
                <a:cs typeface="Aptos"/>
              </a:rPr>
              <a:t>Synthetic demonstration · 7 / 8</a:t>
            </a:r>
          </a:p>
        </p:txBody>
      </p:sp>
    </p:spTree>
    <p:extLst>
      <p:ext uri="{BB962C8B-B14F-4D97-AF65-F5344CB8AC3E}">
        <p14:creationId xmlns:p14="http://schemas.microsoft.com/office/powerpoint/2010/main" val="1463556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551AF-DD57-435A-9DB1-8559DF60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>
                <a:solidFill>
                  <a:srgbClr val="1C3451"/>
                </a:solidFill>
                <a:latin typeface="Aptos"/>
                <a:ea typeface="Aptos"/>
                <a:cs typeface="Aptos"/>
              </a:defRPr>
            </a:pPr>
            <a:r>
              <a:rPr sz="4350">
                <a:solidFill>
                  <a:srgbClr val="1C3451"/>
                </a:solidFill>
                <a:latin typeface="Aptos"/>
                <a:ea typeface="Aptos"/>
                <a:cs typeface="Aptos"/>
              </a:rPr>
              <a:t>Module B reflection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19330-F37D-43EE-B246-50C64643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6718E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56718E"/>
                </a:solidFill>
                <a:latin typeface="Aptos"/>
                <a:ea typeface="Aptos"/>
                <a:cs typeface="Aptos"/>
              </a:rPr>
              <a:t>Workshop activity 8</a:t>
            </a:r>
          </a:p>
        </p:txBody>
      </p:sp>
      <p:sp>
        <p:nvSpPr>
          <p:cNvPr id="3" name="Return">
            <a:extLst xmlns:a="http://schemas.openxmlformats.org/drawingml/2006/main">
              <a:ext uri="{FF2B5EF4-FFF2-40B4-BE49-F238E27FC236}">
                <a16:creationId xmlns:a16="http://schemas.microsoft.com/office/drawing/2014/main" id="{F5784AC4-062C-4E58-9C16-44B822F0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</a:t>
            </a:r>
          </a:p>
        </p:txBody>
      </p:sp>
      <p:sp>
        <p:nvSpPr>
          <p:cNvPr id="4" name="Home">
            <a:extLst xmlns:a="http://schemas.openxmlformats.org/drawingml/2006/main">
              <a:ext uri="{FF2B5EF4-FFF2-40B4-BE49-F238E27FC236}">
                <a16:creationId xmlns:a16="http://schemas.microsoft.com/office/drawing/2014/main" id="{CCEFDB97-CCC3-4B83-835F-BD9183D0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5" name="Run carrier">
            <a:extLst xmlns:a="http://schemas.openxmlformats.org/drawingml/2006/main">
              <a:ext uri="{FF2B5EF4-FFF2-40B4-BE49-F238E27FC236}">
                <a16:creationId xmlns:a16="http://schemas.microsoft.com/office/drawing/2014/main" id="{21F1A2D2-10D4-48ED-A652-88973505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43375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 in text</a:t>
            </a:r>
          </a:p>
        </p:txBody>
      </p:sp>
      <p:sp>
        <p:nvSpPr>
          <p:cNvPr id="6" name="Next">
            <a:extLst xmlns:a="http://schemas.openxmlformats.org/drawingml/2006/main">
              <a:ext uri="{FF2B5EF4-FFF2-40B4-BE49-F238E27FC236}">
                <a16:creationId xmlns:a16="http://schemas.microsoft.com/office/drawing/2014/main" id="{81823AC1-0CB7-4497-91D4-AB6E4A3F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4337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85AA0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54E78-4EAD-435D-9A93-53CF993C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2932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5778D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65778D"/>
                </a:solidFill>
                <a:latin typeface="Aptos"/>
                <a:ea typeface="Aptos"/>
                <a:cs typeface="Aptos"/>
              </a:rPr>
              <a:t>Synthetic demonstration · 8 / 8</a:t>
            </a:r>
          </a:p>
        </p:txBody>
      </p:sp>
    </p:spTree>
    <p:extLst>
      <p:ext uri="{BB962C8B-B14F-4D97-AF65-F5344CB8AC3E}">
        <p14:creationId xmlns:p14="http://schemas.microsoft.com/office/powerpoint/2010/main" val="18258288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2026-10-04T04:27:33.6800000Z</dcterms:created>
  <dcterms:modified xsi:type="dcterms:W3CDTF">2026-10-04T04:27:33.6800000Z</dcterms:modified>
</coreProperties>
</file>