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8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8.xml" ContentType="application/vnd.openxmlformats-officedocument.presentationml.notesSlide+xml"/>
  <Default Extension="bin" ContentType="application/octet-stream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39aaf02d7a549e1" /><Relationship Type="http://schemas.openxmlformats.org/officeDocument/2006/relationships/extended-properties" Target="/docProps/app.xml" Id="Rc3b9ae31c3914eab" /><Relationship Type="http://schemas.openxmlformats.org/officeDocument/2006/relationships/officeDocument" Target="/ppt/presentation.xml" Id="R39c3eeec3e2f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83891e4d042fd"/>
  </p:sldMasterIdLst>
  <p:notesMasterIdLst>
    <p:notesMasterId xmlns:r="http://schemas.openxmlformats.org/officeDocument/2006/relationships" r:id="Re1afd47b99834854"/>
  </p:notesMasterIdLst>
  <p:sldIdLst>
    <p:sldId xmlns:r="http://schemas.openxmlformats.org/officeDocument/2006/relationships" id="256" r:id="Rea9c78c994174853"/>
    <p:sldId xmlns:r="http://schemas.openxmlformats.org/officeDocument/2006/relationships" id="257" r:id="R8933419961a24a2c"/>
    <p:sldId xmlns:r="http://schemas.openxmlformats.org/officeDocument/2006/relationships" id="258" r:id="R074e397d8e2f474f"/>
    <p:sldId xmlns:r="http://schemas.openxmlformats.org/officeDocument/2006/relationships" id="259" r:id="Ree2a664a24074d44"/>
    <p:sldId xmlns:r="http://schemas.openxmlformats.org/officeDocument/2006/relationships" id="260" r:id="R434c299a6f3e46ca"/>
    <p:sldId xmlns:r="http://schemas.openxmlformats.org/officeDocument/2006/relationships" id="261" r:id="R0ecc38cd21c94d7c"/>
    <p:sldId xmlns:r="http://schemas.openxmlformats.org/officeDocument/2006/relationships" id="262" r:id="R53fc02f386ac40e2"/>
    <p:sldId xmlns:r="http://schemas.openxmlformats.org/officeDocument/2006/relationships" id="263" r:id="R1df1467dddd9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c863d78d58fd477f" /><Relationship Type="http://schemas.openxmlformats.org/officeDocument/2006/relationships/slideMaster" Target="/ppt/slideMasters/slideMaster1.xml" Id="Rcd883891e4d042fd" /><Relationship Type="http://schemas.openxmlformats.org/officeDocument/2006/relationships/notesMaster" Target="/ppt/notesMasters/notesMaster1.xml" Id="Re1afd47b99834854" /><Relationship Type="http://schemas.openxmlformats.org/officeDocument/2006/relationships/presProps" Target="/ppt/presProps.xml" Id="Ra47fc9a745df4249" /><Relationship Type="http://schemas.openxmlformats.org/officeDocument/2006/relationships/tableStyles" Target="/ppt/tableStyles.xml" Id="Rd12321bee5d64c21" /><Relationship Type="http://schemas.openxmlformats.org/officeDocument/2006/relationships/slide" Target="/ppt/slides/slide80.xml" Id="Rea9c78c994174853" /><Relationship Type="http://schemas.openxmlformats.org/officeDocument/2006/relationships/slide" Target="/ppt/slides/slide30.xml" Id="R8933419961a24a2c" /><Relationship Type="http://schemas.openxmlformats.org/officeDocument/2006/relationships/slide" Target="/ppt/slides/slide60.xml" Id="R074e397d8e2f474f" /><Relationship Type="http://schemas.openxmlformats.org/officeDocument/2006/relationships/slide" Target="/ppt/slides/slide20.xml" Id="Ree2a664a24074d44" /><Relationship Type="http://schemas.openxmlformats.org/officeDocument/2006/relationships/slide" Target="/ppt/slides/slide90.xml" Id="R434c299a6f3e46ca" /><Relationship Type="http://schemas.openxmlformats.org/officeDocument/2006/relationships/slide" Target="/ppt/slides/slide10.xml" Id="R0ecc38cd21c94d7c" /><Relationship Type="http://schemas.openxmlformats.org/officeDocument/2006/relationships/slide" Target="/ppt/slides/slide70.xml" Id="R53fc02f386ac40e2" /><Relationship Type="http://schemas.openxmlformats.org/officeDocument/2006/relationships/slide" Target="/ppt/slides/slide40.xml" Id="R1df1467dddd94191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7dddbaa38567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80.xml" Id="R4159b2e0731b4c35" /><Relationship Type="http://schemas.openxmlformats.org/officeDocument/2006/relationships/notesMaster" Target="/ppt/notesMasters/notesMaster1.xml" Id="Rcc670478b41049ff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30.xml" Id="R544da9eeb1384755" /><Relationship Type="http://schemas.openxmlformats.org/officeDocument/2006/relationships/notesMaster" Target="/ppt/notesMasters/notesMaster1.xml" Id="R93616b924b7d461b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60.xml" Id="R38e0758fd313407b" /><Relationship Type="http://schemas.openxmlformats.org/officeDocument/2006/relationships/notesMaster" Target="/ppt/notesMasters/notesMaster1.xml" Id="R8a53daaefc9240ab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20.xml" Id="R26e8c9bddbca4254" /><Relationship Type="http://schemas.openxmlformats.org/officeDocument/2006/relationships/notesMaster" Target="/ppt/notesMasters/notesMaster1.xml" Id="Rd005cce151484305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90.xml" Id="R13498d4037ea41ab" /><Relationship Type="http://schemas.openxmlformats.org/officeDocument/2006/relationships/notesMaster" Target="/ppt/notesMasters/notesMaster1.xml" Id="R0a6ac85e640748e7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10.xml" Id="Re5d871e6ae3e4dbe" /><Relationship Type="http://schemas.openxmlformats.org/officeDocument/2006/relationships/notesMaster" Target="/ppt/notesMasters/notesMaster1.xml" Id="R7110b4e4a2e14ee8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0.xml" Id="R3135a4dd3eac4cf1" /><Relationship Type="http://schemas.openxmlformats.org/officeDocument/2006/relationships/notesMaster" Target="/ppt/notesMasters/notesMaster1.xml" Id="R5d367713f650447a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40.xml" Id="R3336177b0ad3434b" /><Relationship Type="http://schemas.openxmlformats.org/officeDocument/2006/relationships/notesMaster" Target="/ppt/notesMasters/notesMaster1.xml" Id="Rd7597c0cc343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synthetic test fixture for DeckRelay.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abb09ecc139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9b0e65419e6b4948" /><Relationship Type="http://schemas.openxmlformats.org/officeDocument/2006/relationships/slideLayout" Target="/ppt/slideLayouts/slideLayout1.xml" Id="Rb7f713c7415e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713c7415e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d541eccf4c24af9" /><Relationship Type="http://schemas.openxmlformats.org/officeDocument/2006/relationships/notesSlide" Target="/ppt/notesSlides/notesSlide6.xml" Id="Rd7921ef892d94397" /><Relationship Id="rIdSharedMenu" Type="http://schemas.openxmlformats.org/officeDocument/2006/relationships/slide" Target="/ppt/slides/slide80.xml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7f5a807a6f446eb" /><Relationship Type="http://schemas.openxmlformats.org/officeDocument/2006/relationships/notesSlide" Target="/ppt/notesSlides/notesSlide4.xml" Id="R25f08042c003428c" /><Relationship Id="rIdSharedMenu" Type="http://schemas.openxmlformats.org/officeDocument/2006/relationships/slide" Target="/ppt/slides/slide80.xml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7c6f3723e394603" /><Relationship Type="http://schemas.openxmlformats.org/officeDocument/2006/relationships/notesSlide" Target="/ppt/notesSlides/notesSlide2.xml" Id="R34596d74ba19429e" /><Relationship Id="rIdSharedMenu" Type="http://schemas.openxmlformats.org/officeDocument/2006/relationships/slide" Target="/ppt/slides/slide80.xml" /></Relationships>
</file>

<file path=ppt/slides/_rels/slide4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98cd1b58aa9493a" /><Relationship Type="http://schemas.openxmlformats.org/officeDocument/2006/relationships/notesSlide" Target="/ppt/notesSlides/notesSlide8.xml" Id="Ra6cf4f45c06044c7" /><Relationship Id="rIdSharedMenu" Type="http://schemas.openxmlformats.org/officeDocument/2006/relationships/slide" Target="/ppt/slides/slide80.xml" /></Relationships>
</file>

<file path=ppt/slides/_rels/slide6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2c51b48253f493b" /><Relationship Type="http://schemas.openxmlformats.org/officeDocument/2006/relationships/notesSlide" Target="/ppt/notesSlides/notesSlide3.xml" Id="R1503da3660264804" /><Relationship Id="rIdSharedMenu" Type="http://schemas.openxmlformats.org/officeDocument/2006/relationships/slide" Target="/ppt/slides/slide80.xml" /></Relationships>
</file>

<file path=ppt/slides/_rels/slide7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d81088d1daf4844" /><Relationship Type="http://schemas.openxmlformats.org/officeDocument/2006/relationships/notesSlide" Target="/ppt/notesSlides/notesSlide7.xml" Id="Rd339a2dc82964b61" /><Relationship Id="rIdSharedMenu" Type="http://schemas.openxmlformats.org/officeDocument/2006/relationships/slide" Target="/ppt/slides/slide80.xml" /></Relationships>
</file>

<file path=ppt/slides/_rels/slide8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41e4ffde5204752" /><Relationship Type="http://schemas.openxmlformats.org/officeDocument/2006/relationships/notesSlide" Target="/ppt/notesSlides/notesSlide1.xml" Id="R1848eb6c9d0949ba" /><Relationship Id="rIdDemoOverview" Type="http://schemas.openxmlformats.org/officeDocument/2006/relationships/slide" Target="/ppt/slides/slide30.xml" /><Relationship Id="rIdDemoPractice" Type="http://schemas.openxmlformats.org/officeDocument/2006/relationships/slide" Target="/ppt/slides/slide60.xml" /></Relationships>
</file>

<file path=ppt/slides/_rels/slide9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85613669ba14bf5" /><Relationship Type="http://schemas.openxmlformats.org/officeDocument/2006/relationships/notesSlide" Target="/ppt/notesSlides/notesSlide5.xml" Id="R1b8b94bb4ef4441d" /><Relationship Id="rIdDemoOverview" Type="http://schemas.openxmlformats.org/officeDocument/2006/relationships/slide" Target="/ppt/slides/slide10.xml" /><Relationship Id="rIdDemoPractice" Type="http://schemas.openxmlformats.org/officeDocument/2006/relationships/slide" Target="/ppt/slides/slide70.xml" /></Relationships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E8B978F3-1A3D-4814-95F5-A70F8F60B356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overview</a:t>
            </a:r>
          </a:p>
        </p:txBody>
      </p:sp>
      <p:sp>
        <p:nvSpPr>
          <p:cNvPr id="2" name="">
            <a:extLst>
              <a:ext uri="{FF2B5EF4-FFF2-40B4-BE49-F238E27FC236}">
                <ns2:creationId id="{3B542B07-5ADE-45B6-893F-2DC0D60B9903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6</a:t>
            </a:r>
          </a:p>
        </p:txBody>
      </p:sp>
      <p:sp>
        <p:nvSpPr>
          <p:cNvPr id="3" name="Return">
            <a:hlinkHover r:id="rIdSharedMenu" action="ppaction://hlinksldjump" tooltip="Synthetic navigation" highlightClick="1"/>
            <a:hlinkClick r:id="rIdSharedMenu" action="ppaction://hlinksldjump" tooltip="Synthetic navigation" highlightClick="1"/>
            <a:extLst>
              <a:ext uri="{FF2B5EF4-FFF2-40B4-BE49-F238E27FC236}">
                <ns2:creationId id="{0464B7F4-57F7-4D32-BF00-5C9E1D0D53AC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FEB8DBC6-1A1E-46B1-9FEA-BC10CA9FDFFE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2C4361E9-9EAF-4B15-A0EC-1289BED819CF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15807D9E-0C08-4C3B-8CA8-6538D46E6CF0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C0EBCA59-8514-486C-A2F5-7F2C361833FB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6 / 8</a:t>
            </a:r>
          </a:p>
        </p:txBody>
      </p:sp>
    </p:spTree>
    <p:extLst>
      <p:ext uri="{BB962C8B-B14F-4D97-AF65-F5344CB8AC3E}">
        <ns4:creationId val="282531165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E5ACC5F-8558-4E5E-BEEF-EF8022F4915B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A reflection</a:t>
            </a:r>
          </a:p>
        </p:txBody>
      </p:sp>
      <p:sp>
        <p:nvSpPr>
          <p:cNvPr id="2" name="">
            <a:extLst>
              <a:ext uri="{FF2B5EF4-FFF2-40B4-BE49-F238E27FC236}">
                <ns2:creationId id="{8ACF99A9-47D2-4170-9A10-F0B75FBEAB6C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4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C05F3969-C6C0-4719-A2C3-25C0E07B67EB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20680159-49FC-4248-81BF-F0447EE15CA6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24533226-5534-4FA4-809D-260EB84D50B8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D7377B1B-A982-4876-908C-EDAAD7E89261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A587791E-64DD-46B4-B28A-1DDFE04A99D7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4 / 8</a:t>
            </a:r>
          </a:p>
        </p:txBody>
      </p:sp>
    </p:spTree>
    <p:extLst>
      <p:ext uri="{BB962C8B-B14F-4D97-AF65-F5344CB8AC3E}">
        <ns4:creationId val="1311314266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FF165875-7786-4B81-A499-BA22170E1D4E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A overview</a:t>
            </a:r>
          </a:p>
        </p:txBody>
      </p:sp>
      <p:sp>
        <p:nvSpPr>
          <p:cNvPr id="2" name="">
            <a:extLst>
              <a:ext uri="{FF2B5EF4-FFF2-40B4-BE49-F238E27FC236}">
                <ns2:creationId id="{BED2AC8C-ED7D-4698-A959-438625DE7457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2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651511CF-FE81-4D44-90EE-F102BB9128B0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9F6B1112-2D19-4B11-933B-B86C6F6CE844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7AE39864-0413-4A22-B270-E3C20FDC4F88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A1AE2A0E-6374-4BF2-84C4-58F2D73DE726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AE6AB702-74BA-47FF-93F2-7F4D38B7E58B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2 / 8</a:t>
            </a:r>
          </a:p>
        </p:txBody>
      </p:sp>
    </p:spTree>
    <p:extLst>
      <p:ext uri="{BB962C8B-B14F-4D97-AF65-F5344CB8AC3E}">
        <ns4:creationId val="1762740063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42B551AF-DD57-435A-9DB1-8559DF60C449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reflection</a:t>
            </a:r>
          </a:p>
        </p:txBody>
      </p:sp>
      <p:sp>
        <p:nvSpPr>
          <p:cNvPr id="2" name="">
            <a:extLst>
              <a:ext uri="{FF2B5EF4-FFF2-40B4-BE49-F238E27FC236}">
                <ns2:creationId id="{79B19330-F37D-43EE-B246-50C646435031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8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F5784AC4-062C-4E58-9C16-44B822F008FA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CCEFDB97-CCC3-4B83-835F-BD9183D0182B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21F1A2D2-10D4-48ED-A652-88973505D63F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81823AC1-0CB7-4497-91D4-AB6E4A3F8FAA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60E54E78-4EAD-435D-9A93-53CF993C30CF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8 / 8</a:t>
            </a:r>
          </a:p>
        </p:txBody>
      </p:sp>
    </p:spTree>
    <p:extLst>
      <p:ext uri="{BB962C8B-B14F-4D97-AF65-F5344CB8AC3E}">
        <ns4:creationId val="1825828840"/>
      </p:ext>
    </p:extLst>
  </p:cSld>
</p:sld>
</file>

<file path=ppt/slides/slide6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A82B79D0-04CC-43ED-A659-90C80385A7AA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" name="">
            <a:extLst>
              <a:ext uri="{FF2B5EF4-FFF2-40B4-BE49-F238E27FC236}">
                <ns2:creationId id="{60EDDA75-0BD3-45B6-99DB-5992E033583B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3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C1246033-1C42-4191-B78B-7259C94B0B97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DF1E8D5E-7BC5-4613-B1BF-25A3048677AA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458F03F8-4AEB-4AA5-87BA-3C1D59B993BD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75E7AB27-22B8-4CEE-856E-DA7B6CAE3588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576661E1-05EF-47B9-9EF1-163C38FB6034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3 / 8</a:t>
            </a:r>
          </a:p>
        </p:txBody>
      </p:sp>
    </p:spTree>
    <p:extLst>
      <p:ext uri="{BB962C8B-B14F-4D97-AF65-F5344CB8AC3E}">
        <ns4:creationId val="173255381"/>
      </p:ext>
    </p:extLst>
  </p:cSld>
</p:sld>
</file>

<file path=ppt/slides/slide7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8FAC017-065D-49E6-9873-F10570AF74AF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" name="">
            <a:extLst>
              <a:ext uri="{FF2B5EF4-FFF2-40B4-BE49-F238E27FC236}">
                <ns2:creationId id="{1B07F9C7-235F-45B7-B300-0F0DAA2AD456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Workshop activity 7</a:t>
            </a:r>
          </a:p>
        </p:txBody>
      </p:sp>
      <p:sp>
        <p:nvSpPr>
          <p:cNvPr id="3" name="Return">
            <a:hlinkClick r:id="rIdSharedMenu" action="ppaction://hlinksldjump" tooltip="Synthetic navigation" highlightClick="1"/>
            <a:extLst>
              <a:ext uri="{FF2B5EF4-FFF2-40B4-BE49-F238E27FC236}">
                <ns2:creationId id="{4FDEC5E3-67EB-469D-9BC8-F495119EA863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428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4" name="Return">
            <a:hlinkClick r:id="rIdSharedMenu" action="ppaction://hlinksldjump" tooltip="Synthetic navigation" highlightClick="1"/>
            <a:extLst>
              <a:ext uri="{FF2B5EF4-FFF2-40B4-BE49-F238E27FC236}">
                <ns2:creationId id="{CAE5D752-7396-4F0C-9361-4B38CCB48477}"/>
              </a:ext>
            </a:extLst>
          </p:cNvPr>
          <p:cNvSpPr>
            <a:spLocks noGrp="1"/>
          </p:cNvSpPr>
          <p:nvPr/>
        </p:nvSpPr>
        <p:spPr>
          <a:xfrm>
            <a:off x="6572250" y="32385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5" name="Run carrier">
            <a:extLst>
              <a:ext uri="{FF2B5EF4-FFF2-40B4-BE49-F238E27FC236}">
                <ns2:creationId id="{56F1711D-DAB6-4B03-99F3-B4B89A19A3CB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hlinkClick r:id="rIdSharedMenu" action="ppaction://hlinksldjump" tooltip="Synthetic navigation" highlightClick="1"/>
                <a:solidFill>
                  <a:srgbClr val="185AA0"/>
                </a:solidFill>
                <a:latin typeface="Aptos"/>
                <a:ea typeface="Aptos"/>
                <a:cs typeface="Aptos"/>
              </a:rPr>
              <a:t>Return in text</a:t>
            </a:r>
          </a:p>
        </p:txBody>
      </p:sp>
      <p:sp>
        <p:nvSpPr>
          <p:cNvPr id="6" name="Next">
            <a:hlinkClick r:id="" action="ppaction://hlinkshowjump?jump=nextslide" tooltip="Synthetic navigation" highlightClick="1"/>
            <a:extLst>
              <a:ext uri="{FF2B5EF4-FFF2-40B4-BE49-F238E27FC236}">
                <ns2:creationId id="{62B397BC-49C7-4D35-A336-8E3F349D3778}"/>
              </a:ext>
            </a:extLst>
          </p:cNvPr>
          <p:cNvSpPr>
            <a:spLocks noGrp="1"/>
          </p:cNvSpPr>
          <p:nvPr/>
        </p:nvSpPr>
        <p:spPr>
          <a:xfrm>
            <a:off x="8763000" y="4143375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85AA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>
              <a:ext uri="{FF2B5EF4-FFF2-40B4-BE49-F238E27FC236}">
                <ns2:creationId id="{AAEDD4A7-9796-49CB-81A5-46BD4CAFE4CB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7 / 8</a:t>
            </a:r>
          </a:p>
        </p:txBody>
      </p:sp>
    </p:spTree>
    <p:extLst>
      <p:ext uri="{BB962C8B-B14F-4D97-AF65-F5344CB8AC3E}">
        <ns4:creationId val="146355664"/>
      </p:ext>
    </p:extLst>
  </p:cSld>
</p:sld>
</file>

<file path=ppt/slides/slide8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BD752A77-31BA-4FBD-B2DD-2F63F8A2EF56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Workshop menu</a:t>
            </a:r>
          </a:p>
        </p:txBody>
      </p:sp>
      <p:sp>
        <p:nvSpPr>
          <p:cNvPr id="2" name="">
            <a:extLst>
              <a:ext uri="{FF2B5EF4-FFF2-40B4-BE49-F238E27FC236}">
                <ns2:creationId id="{D3E02394-A663-42D5-9FCA-7AC3A35A035C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Two modules, one workshop</a:t>
            </a:r>
          </a:p>
        </p:txBody>
      </p:sp>
      <p:sp>
        <p:nvSpPr>
          <p:cNvPr id="3" name="Menu overview">
            <a:hlinkClick r:id="rIdDemoOverview" action="ppaction://hlinksldjump" tooltip="Synthetic navigation" highlightClick="1"/>
            <a:extLst>
              <a:ext uri="{FF2B5EF4-FFF2-40B4-BE49-F238E27FC236}">
                <ns2:creationId id="{AA5223EE-2FE2-48FB-82AF-3121F56FC82B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overview</a:t>
            </a:r>
          </a:p>
        </p:txBody>
      </p:sp>
      <p:sp>
        <p:nvSpPr>
          <p:cNvPr id="4" name="Menu practice">
            <a:hlinkClick r:id="rIdDemoPractice" action="ppaction://hlinksldjump" tooltip="Synthetic navigation" highlightClick="1"/>
            <a:extLst>
              <a:ext uri="{FF2B5EF4-FFF2-40B4-BE49-F238E27FC236}">
                <ns2:creationId id="{6348B63F-4113-4947-B051-35284997DD3A}"/>
              </a:ext>
            </a:extLst>
          </p:cNvPr>
          <p:cNvSpPr>
            <a:spLocks noGrp="1"/>
          </p:cNvSpPr>
          <p:nvPr/>
        </p:nvSpPr>
        <p:spPr>
          <a:xfrm>
            <a:off x="838200" y="38385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practice</a:t>
            </a:r>
          </a:p>
        </p:txBody>
      </p:sp>
      <p:sp>
        <p:nvSpPr>
          <p:cNvPr id="5" name="">
            <a:extLst>
              <a:ext uri="{FF2B5EF4-FFF2-40B4-BE49-F238E27FC236}">
                <ns2:creationId id="{6F01214F-A82B-4893-9922-46C32259B292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1 / 8</a:t>
            </a:r>
          </a:p>
        </p:txBody>
      </p:sp>
    </p:spTree>
    <p:extLst>
      <p:ext uri="{BB962C8B-B14F-4D97-AF65-F5344CB8AC3E}">
        <ns4:creationId val="159776812"/>
      </p:ext>
    </p:extLst>
  </p:cSld>
</p:sld>
</file>

<file path=ppt/slides/slide9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4E0A6EE7-4AF0-4F78-BD73-BFF33B3CAB60}"/>
              </a:ext>
            </a:extLst>
          </p:cNvPr>
          <p:cNvSpPr>
            <a:spLocks noGrp="1"/>
          </p:cNvSpPr>
          <p:nvPr/>
        </p:nvSpPr>
        <p:spPr>
          <a:xfrm>
            <a:off x="800100" y="6667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>
                <a:solidFill>
                  <a:srgbClr val="1C3451"/>
                </a:solidFill>
                <a:latin typeface="Aptos"/>
                <a:ea typeface="Aptos"/>
                <a:cs typeface="Aptos"/>
              </a:defRPr>
            </a:pPr>
            <a:r>
              <a:rPr sz="4350">
                <a:solidFill>
                  <a:srgbClr val="1C3451"/>
                </a:solidFill>
                <a:latin typeface="Aptos"/>
                <a:ea typeface="Aptos"/>
                <a:cs typeface="Aptos"/>
              </a:rPr>
              <a:t>Module B menu</a:t>
            </a:r>
          </a:p>
        </p:txBody>
      </p:sp>
      <p:sp>
        <p:nvSpPr>
          <p:cNvPr id="2" name="">
            <a:extLst>
              <a:ext uri="{FF2B5EF4-FFF2-40B4-BE49-F238E27FC236}">
                <ns2:creationId id="{79A105FF-6EEF-4751-AD6D-EF322FBF2007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>
                <a:solidFill>
                  <a:srgbClr val="56718E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56718E"/>
                </a:solidFill>
                <a:latin typeface="Aptos"/>
                <a:ea typeface="Aptos"/>
                <a:cs typeface="Aptos"/>
              </a:rPr>
              <a:t>A separate menu for the second module</a:t>
            </a:r>
          </a:p>
        </p:txBody>
      </p:sp>
      <p:sp>
        <p:nvSpPr>
          <p:cNvPr id="3" name="Menu overview">
            <a:hlinkClick r:id="rIdDemoOverview" action="ppaction://hlinksldjump" tooltip="Synthetic navigation" highlightClick="1"/>
            <a:extLst>
              <a:ext uri="{FF2B5EF4-FFF2-40B4-BE49-F238E27FC236}">
                <ns2:creationId id="{E08B1EEC-5BBB-406F-8335-6534C87ABCBD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overview</a:t>
            </a:r>
          </a:p>
        </p:txBody>
      </p:sp>
      <p:sp>
        <p:nvSpPr>
          <p:cNvPr id="4" name="Menu practice">
            <a:hlinkClick r:id="rIdDemoPractice" action="ppaction://hlinksldjump" tooltip="Synthetic navigation" highlightClick="1"/>
            <a:extLst>
              <a:ext uri="{FF2B5EF4-FFF2-40B4-BE49-F238E27FC236}">
                <ns2:creationId id="{3069D3B3-3E8D-40B8-94CE-A5C8719DCD04}"/>
              </a:ext>
            </a:extLst>
          </p:cNvPr>
          <p:cNvSpPr>
            <a:spLocks noGrp="1"/>
          </p:cNvSpPr>
          <p:nvPr/>
        </p:nvSpPr>
        <p:spPr>
          <a:xfrm>
            <a:off x="838200" y="3838575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>
                <a:solidFill>
                  <a:srgbClr val="185AA0"/>
                </a:solidFill>
                <a:latin typeface="Aptos"/>
                <a:ea typeface="Aptos"/>
                <a:cs typeface="Aptos"/>
              </a:defRPr>
            </a:pPr>
            <a:r>
              <a:rPr sz="2700">
                <a:solidFill>
                  <a:srgbClr val="185AA0"/>
                </a:solidFill>
                <a:latin typeface="Aptos"/>
                <a:ea typeface="Aptos"/>
                <a:cs typeface="Aptos"/>
              </a:rPr>
              <a:t>Open practice</a:t>
            </a:r>
          </a:p>
        </p:txBody>
      </p:sp>
      <p:sp>
        <p:nvSpPr>
          <p:cNvPr id="5" name="">
            <a:extLst>
              <a:ext uri="{FF2B5EF4-FFF2-40B4-BE49-F238E27FC236}">
                <ns2:creationId id="{56336CA1-8B01-4868-85AF-F722A9CBD848}"/>
              </a:ext>
            </a:extLst>
          </p:cNvPr>
          <p:cNvSpPr>
            <a:spLocks noGrp="1"/>
          </p:cNvSpPr>
          <p:nvPr/>
        </p:nvSpPr>
        <p:spPr>
          <a:xfrm>
            <a:off x="838200" y="60293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65778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65778D"/>
                </a:solidFill>
                <a:latin typeface="Aptos"/>
                <a:ea typeface="Aptos"/>
                <a:cs typeface="Aptos"/>
              </a:rPr>
              <a:t>Synthetic demonstration · 5 / 8</a:t>
            </a:r>
          </a:p>
        </p:txBody>
      </p:sp>
    </p:spTree>
    <p:extLst>
      <p:ext uri="{BB962C8B-B14F-4D97-AF65-F5344CB8AC3E}">
        <ns4:creationId val="1881744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2026-10-04T04:27:33.6800000Z</dcterms:created>
  <dcterms:modified xsi:type="dcterms:W3CDTF">2026-10-04T04:27:33.6800000Z</dcterms:modified>
</coreProperties>
</file>